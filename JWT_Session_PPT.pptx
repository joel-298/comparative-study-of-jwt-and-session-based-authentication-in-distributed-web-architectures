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6" r:id="rId3"/>
    <p:sldId id="257" r:id="rId5"/>
    <p:sldId id="272" r:id="rId6"/>
    <p:sldId id="271" r:id="rId7"/>
    <p:sldId id="270" r:id="rId8"/>
    <p:sldId id="269" r:id="rId9"/>
    <p:sldId id="273" r:id="rId10"/>
    <p:sldId id="274" r:id="rId11"/>
    <p:sldId id="275" r:id="rId12"/>
    <p:sldId id="276" r:id="rId13"/>
    <p:sldId id="277" r:id="rId14"/>
    <p:sldId id="268" r:id="rId15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JWT VS SESSION-BASED AUTHENTICATION
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Joel Methew, Gourav Garg, Devansh Handa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2210990465, 2210991583, 2210991493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Ashish Kumar</a:t>
            </a: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TABLE OF CONTENT:</a:t>
            </a:r>
            <a:endParaRPr lang="en-US" sz="3200" b="1" strike="noStrike" spc="-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51741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INTRODUCTION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THEORETICAL BACKGROUND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TECHNICAL DETAILS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KEY FEATURES / PERFORMANCE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SECURITY ANALYSIS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REAL-WORLD APPLICATIONS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CONCLUSION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REFERENCES</a:t>
            </a:r>
            <a:endParaRPr lang="en-US" sz="19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6395" y="65405"/>
            <a:ext cx="4129405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INTRODUCTION: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1470" y="1610360"/>
            <a:ext cx="8480425" cy="4671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just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Authentication in modern web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 is a critical aspect of security, scalability, and usability. Traditional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session-based authentication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 is popular for its simplicity and strong server-side control.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JSON Web Token (JWT) authentication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 has become prevalent with the rise of distributed systems, microservices, and single-page applications (SPAs).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This study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 compares both mechanisms across Security, Scalability, Performance, Implementation Complexity, and Real-World use cases — using a comparative analytical approach through existing literature, industry practices, and technical documentation.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47065" y="159385"/>
            <a:ext cx="3048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OVERVIEW: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86000" y="3136900"/>
            <a:ext cx="4572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OVERVIEW:</a:t>
            </a:r>
            <a:endParaRPr lang="en-US" sz="3200" b="1" dirty="0">
              <a:solidFill>
                <a:srgbClr val="FFFFFF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6560" y="1544955"/>
            <a:ext cx="8317230" cy="4516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Session-Based (Stateful):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Server manages user state via UUID stored in Redis/DB. Acts like a 'hotel key card' — verified at reception each visit. Cookie sent with every request.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JWT (Stateless):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Token carries all claims (Header.Payload.Signature). Acts like a 'digital passport' — any server in the network can verify cryptographically without DB lookup.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Architectural Difference: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Session requires sticky sessions or replication for horizontal scaling. JWT scales inherently across distributed nodes with zero server-side state.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HTTP Root Problem: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HTTP is stateless by design. Both mechanisms exist to simulate continuity — sessions via server-stored IDs; JWT via self-contained signed tokens.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2115" y="149860"/>
            <a:ext cx="5932805" cy="565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  <a:r>
              <a:rPr lang="en-US" altLang="en-GB" sz="3200" b="1"/>
              <a:t>:</a:t>
            </a:r>
            <a:endParaRPr lang="en-US" altLang="en-GB" sz="3200" b="1"/>
          </a:p>
        </p:txBody>
      </p:sp>
      <p:sp>
        <p:nvSpPr>
          <p:cNvPr id="3" name="Text Box 2"/>
          <p:cNvSpPr txBox="1"/>
          <p:nvPr/>
        </p:nvSpPr>
        <p:spPr>
          <a:xfrm>
            <a:off x="412750" y="1387475"/>
            <a:ext cx="820293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Session Scalability Bottleneck: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For 1 million active users (each session ~1 KB), systems must dedicate 1 GB of RAM purely for auth state — scaling linearly with users.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JWT Revocation Gap: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JWT is stateless — a stolen token remains valid until its exp claim expires. Instant revocation (like session deletion) is not natively supported.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Algorithm Confusion Risk: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32% of production apps use weak or 'none' signing algorithms — a critical vulnerability where attackers can forge tokens on misconfigured servers.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XSS vs CSRF Dilemma: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Storing JWTs in LocalStorage exposes them to XSS attacks. HTTP-only cookies protect against XSS but introduce CSRF risks — no storage option is risk-free.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36880" y="166370"/>
            <a:ext cx="56451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DETAILS: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1505" y="1551940"/>
            <a:ext cx="808672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JWT Structure (3 Parts):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Header (algorithm type e.g. RS256), Payload (claims: iss, exp, sub, custom), Signature (HMAC/RSA signed with secret key). Encoded as Base64URL — not encrypted.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Session Flow: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Client logs in → Server creates UUID → stores in Redis/DB → sends cookie → client sends cookie per request → server looks up session → authorizes.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JWT Flow: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Client logs in → Server signs JWT → returns token → client stores token → sends in Authorization header → server cryptographically verifies — no DB lookup needed.
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Hybrid (Recommended):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  <a:sym typeface="+mn-ea"/>
              </a:rPr>
              <a:t>Short-lived JWT access tokens (5-15 min) + long-lived Refresh Tokens stored server-side (Redis). Combines scalability of JWT with revocation power of sessions.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77850" y="141605"/>
            <a:ext cx="62217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PERFORMANCE:</a:t>
            </a:r>
            <a:endParaRPr lang="en-US" altLang="en-GB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04495" y="1643380"/>
            <a:ext cx="83673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JWT 36% Faster Response: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Standard JWT yields 0.97 ms avg latency vs 1.52 ms for session-based — a 36% improvement due to eliminated DB auth queries.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21% Higher Throughput: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JWT handles 5,527 req/sec vs 4,561 for sessions — 21% higher throughput under load.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Hybrid Best Performance: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JWT + Redis Refresh model achieves 0.51 ms latency with &lt;0.01 DB queries per request — sub-millisecond for 99% of requests.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Bandwidth Trade-off: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Session ID is only ~32 bytes. A JWT ranges 800–1,000+ bytes. In high-traffic systems, JWT payload size increases bandwidth consumption noticeably.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9565" y="207645"/>
            <a:ext cx="59664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HIGHLIGHTS: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9565" y="1582420"/>
            <a:ext cx="831088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83% Developer Preference: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83% of developers prefer token-based methods; 67% of those specifically prefer JWT — cementing it as the industry standard format.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47% Reduction in Incidents: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Proper refresh token lifecycle management reduces security incidents by 47%, and token rotation cuts unauthorized access attempts by 63%.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MFA Impact (99.9%):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Adding Multi-Factor Authentication reduces breaches by 99.9% — proving that the auth mechanism choice is secondary to layered security.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Zero-Trust with mTLS: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Combining JWT with Mutual TLS provides a Zero-Trust architecture — 60% security posture improvement. Prevents token replay even if a token is stolen.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5300" y="1485265"/>
            <a:ext cx="834326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Banking &amp; Finance (Session):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Instant revocation on suspicious activity is non-negotiable. Centralized session store gives full control — even mobile tokens are verified server-side per request.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/ Cloud (JWT):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User identity embedded in token propagates across services with no central DB. Enables true horizontal scaling in cloud-native and containerized environments.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E-Government 2.0 (JWT):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Seamless cross-portal auth without re-login. Meets NIST 800-53 guidelines. JWTs serve millions of concurrent users across geographic regions efficiently.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Startups / Small Teams (Session): </a:t>
            </a: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express-session + Redis is simpler to set up securely. Logical starting point — migrate to JWT as the system scales into microservices architecture.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4330" y="158115"/>
            <a:ext cx="81451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APPLICATIONS:</a:t>
            </a:r>
            <a:endParaRPr lang="en-US" altLang="en-GB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52145" y="125095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6740" y="1242695"/>
            <a:ext cx="813625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Session-Based Authentication provides superior control and instant revocation — ideal for monolithic architectures and high-security environments like banking and government portals.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JWT Authentication delivers the stateless scalability required for modern distributed systems, APIs, and mobile-friendly applications — but demands careful lifecycle and key management.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Recommended Approach — Hybrid: Sessions for web frontends (XSS protection + instant revocation) + JWT for API and service-to-service communication (scalability). This represents the optimal production strategy.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Future directions include PASETO (safer JWT successor), mTLS + JWT (Zero-Trust), and Continuous Verification with risk-based dynamic permissions.</a:t>
            </a:r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94360" y="125095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US" altLang="en-GB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42950" y="1102995"/>
            <a:ext cx="80206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References for this research paper have been taken from the below mentioned sources: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2950" y="1993900"/>
            <a:ext cx="781431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https://dev.to/codeparrot/jwt-vs-session-authentication-1mol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https://www.researchgate.net/publication/386318765 — e-Government 2.0 JWT vs Session Study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https://isg-journal.com/isjea/article/view/884 — International Science Journal of Engineering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https://www.ijirset.com/upload/2025/march/322_JWT.pdf — IJIRSET JWT Security Paper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https://owasp.org/www-community/attacks/csrf — OWASP CSRF &amp; XSS Guidelines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https://datatracker.ietf.org/doc/html/rfc7519 — RFC 7519: JSON Web Token Standard</a:t>
            </a:r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https://www.geeksforgeeks.org/ | https://www.w3schools.com/ | https://developer.mozilla.org/</a:t>
            </a: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6625</Words>
  <Application>WPS Presentation</Application>
  <PresentationFormat>On-screen Show (4:3)</PresentationFormat>
  <Paragraphs>116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Times New Roman</vt:lpstr>
      <vt:lpstr>Times New Roman</vt:lpstr>
      <vt:lpstr>Bahnschrift Light</vt:lpstr>
      <vt:lpstr>Bahnschrift Light Condensed</vt:lpstr>
      <vt:lpstr>Bahnschrift SemiBold</vt:lpstr>
      <vt:lpstr>Bahnschrift SemiBold SemiCondensed</vt:lpstr>
      <vt:lpstr>Bahnschrift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gourav garg</cp:lastModifiedBy>
  <cp:revision>2299</cp:revision>
  <dcterms:created xsi:type="dcterms:W3CDTF">2010-04-09T07:36:00Z</dcterms:created>
  <dcterms:modified xsi:type="dcterms:W3CDTF">2026-05-19T05:27:16Z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ICV">
    <vt:lpwstr>3226D0DCB68448F1AC4CCAD85A4A6D44_12</vt:lpwstr>
  </property>
  <property fmtid="{D5CDD505-2E9C-101B-9397-08002B2CF9AE}" pid="15" name="KSOProductBuildVer">
    <vt:lpwstr>2057-12.2.0.23202</vt:lpwstr>
  </property>
</Properties>
</file>